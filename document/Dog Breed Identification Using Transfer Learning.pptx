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912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Dog Breed Identification Using Transfer Learning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Dog Breed Identification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Dog breed identification involves recognizing and classifying different dog breeds from images.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identification helps in pet management, training, and veterinary care.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has become a popular approach to improve the efficiency and accuracy of this task.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Dog Breed Identification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Variations in breed appearance and overlapping features make classification complex.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Variations in image quality, lighting, and pose can affect model performance.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Collecting and labeling large, diverse datasets for training is often resource-intensive.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What is Transfer Learning?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leverages pre-trained models on large datasets to solve new tasks.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involves fine-tuning a model trained on a general dataset for a specific problem.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approach reduces training time and improves model performance with limited data.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Popular Pre-trained Models for Transfer Learning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Convolutional Neural Networks (CNNs) like VGG, ResNet, and Inception are widely used.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models are trained on large datasets such as ImageNet, containing millions of images.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extract rich feature representations that are useful for dog breed classification.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Methodology for Dog Breed Identification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Collect and preprocess a labeled dataset of dog images across various breeds.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Choose a suitable pre-trained model and adapt it through transfer learning.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Train and validate the model to optimize accuracy and generalization.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and Preprocessing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publicly available datasets like Stanford Dogs or create custom datasets.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Resize images, normalize pixel values, and augment data to improve robustness.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Split data into training, validation, and testing sets to evaluate performance.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Fine-tuning and Training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Replace the final classification layer with one matching the number of dog breeds.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Freeze early layers and fine-tune later layers to adapt features to dog breeds.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techniques like data augmentation and regularization to prevent overfitting.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Evaluation Metrics and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metrics include accuracy, precision, recall, and F1-score.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Confusion matrices help identify which breeds are often misclassified.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Results typically show high accuracy, demonstrating transfer learning effectiveness.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and Future Directions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include pet identification, breed-specific health monitoring, and mobile apps.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research may focus on multi-label classification and real-time deployment.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with other modalities like video analysis can enhance breed recognition systems.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significantly improves dog breed identification efficiency and accuracy.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dataset preparation and model fine-tuning are essential for success.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Continued advancements will enhance practical applications and breed recognition accuracy.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On-screen Show (16:9)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 Breed Identification Using Transfer Learning</dc:title>
  <dc:subject>Dog Breed Identification Using Transfer Learning</dc:subject>
  <dc:creator>SlideMake.com</dc:creator>
  <cp:lastModifiedBy>Bhavani</cp:lastModifiedBy>
  <cp:revision>2</cp:revision>
  <dcterms:created xsi:type="dcterms:W3CDTF">2026-02-19T14:11:32Z</dcterms:created>
  <dcterms:modified xsi:type="dcterms:W3CDTF">2026-02-19T14:12:01Z</dcterms:modified>
</cp:coreProperties>
</file>